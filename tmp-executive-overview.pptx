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Executive Overview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Microsoft 365 Copilot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263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2/20/2026, 10:44:05 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</a:rPr>
              <a:t>Recommendation Snapshot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Recommended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Microsoft 365 Copilot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977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9748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Match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55%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617720" y="2560320"/>
            <a:ext cx="3977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69748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Confidence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29718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HIGH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Executive Summary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Test summary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</a:rPr>
              <a:t>Overall Deployment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Deploy Microsoft 365 Copilot with a governance-first pilot, focusing on information hygiene, security controls, and user adoption within Microsoft 365 apps.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Key components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8046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Microsoft 365 licensing and Copilot enablement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Microsoft Purview (sensitivity labels, DLP, retention)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SharePoint/OneDrive/Teams content readiness and permissions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Entra ID + Conditional Access and device compliance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Adoption, training, and change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</a:rPr>
              <a:t>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060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 — Foundation (2-4 weeks)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2331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Confirm licensing, eligible workloads, and tenant prerequisites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Review data governance: labels, retention, and access boundaries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Baseline security posture and admin controls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6060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246120" y="1234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— Pilot (4-8 weeks)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1783080"/>
            <a:ext cx="2331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Select pilot personas and high-value scenarios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Run training + office hours; collect feedback weekly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Measure usage, time saved, and quality outcomes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1234440"/>
            <a:ext cx="26060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234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 — Scale (8-16 weeks)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1783080"/>
            <a:ext cx="2331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Expand to additional groups with refined guardrails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Operationalize support and governance (policy, reporting)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Iterate on content hygiene and knowledge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</a:rPr>
              <a:t>Decisions to Make Along the 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These decisions should be made early and revisited during pilot-to-scale transitions (including Power Platform DLP policies and environment request automation where applicable).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Define success metrics, pilot scope, and adoption KPIs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Confirm data classification and content readiness (SharePoint/Teams/OneDrive)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Decide identity + access guardrails (Entra ID, Conditional Access, MFA)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Set monitoring and incident response (audit, telemetry, support model)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</a:rPr>
              <a:t>Survey 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Question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356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Answer: Answer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7556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Comment: Comment 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2026-02-20T16:44:05Z</dcterms:created>
  <dcterms:modified xsi:type="dcterms:W3CDTF">2026-02-20T16:44:05Z</dcterms:modified>
</cp:coreProperties>
</file>